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 Filing Risk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Extractor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Surfacing thesis-killer signals buried in 10-K disclosure language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Liu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GenAI Final Project  ·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blow-ups had warning signs in plain sight — diluted in 80 pages of mostly-identical text.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4688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→ 2022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Interest-rate risk language escalated quietly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4688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Wirecard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Pre-collapse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Audit-committee disclosures shifted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554480"/>
            <a:ext cx="24688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Luckin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2057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Pre-restatement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Revenue-recognition disclosures expanded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is a buy-side analyst with 10–30 active positions.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quarter, when a covered company files a new 10-Q or 10-K, they need to answer: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69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"Has this company's own characterization of risk meaningfully changed since I underwrote this position?"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and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that takes two filings and returns a ranked, decision-ready summary of meaningful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74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 → chunks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32304" y="2377440"/>
            <a:ext cx="146304" cy="0"/>
          </a:xfrm>
          <a:prstGeom prst="line">
            <a:avLst/>
          </a:prstGeom>
          <a:noFill/>
          <a:ln w="19050">
            <a:solidFill>
              <a:srgbClr val="8A8F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87752" y="1691640"/>
            <a:ext cx="1874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33472" y="22402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71416" y="2377440"/>
            <a:ext cx="146304" cy="0"/>
          </a:xfrm>
          <a:prstGeom prst="line">
            <a:avLst/>
          </a:prstGeom>
          <a:noFill/>
          <a:ln w="19050">
            <a:solidFill>
              <a:srgbClr val="8A8FA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6864" y="1691640"/>
            <a:ext cx="1874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72584" y="22402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chain-of-thought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per pair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10528" y="2377440"/>
            <a:ext cx="146304" cy="0"/>
          </a:xfrm>
          <a:prstGeom prst="line">
            <a:avLst/>
          </a:prstGeom>
          <a:noFill/>
          <a:ln w="19050">
            <a:solidFill>
              <a:srgbClr val="8A8F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65976" y="1691640"/>
            <a:ext cx="1874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11696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11696" y="22402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severity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rationale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concepts integrated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393192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904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chunking + embeddings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4206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char-bigram alignment of current chunks → prior counterparts. Robust to reordering.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840480"/>
            <a:ext cx="393192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904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4206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reasons step-by-step before producing structured verdict. Trace exposed in UI for audit.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Evaluation: system vs. plain-diff baseline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stratified test cases. Ground truth manually labeled.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flagged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 hunks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svb_style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thesis-killer 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Cosmetic edits only — should be quiet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restructured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E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Reordered + 1 buried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20440"/>
            <a:ext cx="8046720" cy="1188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611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comparison is the 'routine' row.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39776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says zero meaningful changes. Diff still flags 2 hunks of pure noise that the analyst has to read and dismiss. The LLM-based system stays quiet — which is exactly what a useful tool does in the routine case.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Mock-mode results shown. Real-Claude run requires API key — see README for `--provider anthropic` reproduction steps.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Artifact snapshot — SVB case output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analyst sees in the Streamlit UI for the svb_style test case: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5727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 Environment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435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'may' → 'are likely to'; new explicit Fed-rate language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09728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0756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Concentration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938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language: VC funding decline → deposit outflows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109728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77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EXPANSION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578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441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+309 chars; FHLB advances, securities sale at loss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109728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0815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Held-to-Maturity Securities Portfolio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944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Brand-new risk factor, not in prior filing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109728" cy="411480"/>
          </a:xfrm>
          <a:prstGeom prst="rect">
            <a:avLst/>
          </a:prstGeom>
          <a:solidFill>
            <a:srgbClr val="4A4E69"/>
          </a:solidFill>
          <a:ln w="12700">
            <a:solidFill>
              <a:srgbClr val="4A4E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383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5844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447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in prior, absent in current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804672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0416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cosmetic items reviewed and silently dismissed.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3708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flagged item expandable in the UI to show side-by-side prior/current text and the model's chain-of-thought.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project breaks down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matters more than the demo.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results aren't real evaluation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mock classifier is keyed on the same patterns I embedded in the test data. 1.00 precision in mock mode is partially circular.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is small and synthetic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hand-written pairs. Production evaluation would expand to 15+ pairs across industries with real EDGAR filings.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language, not business reality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can rewrite disclosure conservatively even as the business deteriorates. The tool flags shifts; the analyst still has to interpret them.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dangerous failure: false confidence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system flags nothing, an analyst might conclude 'all clear' — even though the system may have missed it. The UI explicitly frames outputs as 'what we found,' not 'what is there to find.'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 Filing Risk Extractor</dc:title>
  <dc:subject>PptxGenJS Presentation</dc:subject>
  <dc:creator>Wilson Liu</dc:creator>
  <cp:lastModifiedBy>Wilson Liu</cp:lastModifiedBy>
  <cp:revision>1</cp:revision>
  <dcterms:created xsi:type="dcterms:W3CDTF">2026-05-08T21:49:12Z</dcterms:created>
  <dcterms:modified xsi:type="dcterms:W3CDTF">2026-05-08T21:49:12Z</dcterms:modified>
</cp:coreProperties>
</file>